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?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?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</a:t>
                </a:r>
                <a:r>
                  <a:rPr lang="en-US"/>
                  <a:t>be actual theorems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2548</TotalTime>
  <Words>4502</Words>
  <Application>Microsoft Office PowerPoint</Application>
  <PresentationFormat>Widescreen</PresentationFormat>
  <Paragraphs>948</Paragraphs>
  <Slides>75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5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39</cp:revision>
  <dcterms:created xsi:type="dcterms:W3CDTF">2025-12-04T21:37:48Z</dcterms:created>
  <dcterms:modified xsi:type="dcterms:W3CDTF">2026-02-20T00:01:29Z</dcterms:modified>
</cp:coreProperties>
</file>