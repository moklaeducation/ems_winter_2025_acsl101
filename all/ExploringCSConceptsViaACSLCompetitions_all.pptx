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4924142"/>
              </p:ext>
            </p:extLst>
          </p:nvPr>
        </p:nvGraphicFramePr>
        <p:xfrm>
          <a:off x="950310" y="4009325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582990"/>
              </p:ext>
            </p:extLst>
          </p:nvPr>
        </p:nvGraphicFramePr>
        <p:xfrm>
          <a:off x="950310" y="2595762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Enough of linear shifts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obtained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2339</TotalTime>
  <Words>3477</Words>
  <Application>Microsoft Office PowerPoint</Application>
  <PresentationFormat>Widescreen</PresentationFormat>
  <Paragraphs>704</Paragraphs>
  <Slides>50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Bahnschrift SemiBold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28</cp:revision>
  <dcterms:created xsi:type="dcterms:W3CDTF">2025-12-04T21:37:48Z</dcterms:created>
  <dcterms:modified xsi:type="dcterms:W3CDTF">2026-01-27T06:42:17Z</dcterms:modified>
</cp:coreProperties>
</file>