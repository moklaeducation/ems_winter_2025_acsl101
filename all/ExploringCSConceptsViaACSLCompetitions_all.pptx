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many?)(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1"/>
            <a:r>
              <a:rPr lang="en-US" dirty="0"/>
              <a:t>Loops</a:t>
            </a:r>
          </a:p>
          <a:p>
            <a:pPr lvl="2"/>
            <a:r>
              <a:rPr lang="en-US" dirty="0"/>
              <a:t>for</a:t>
            </a:r>
          </a:p>
          <a:p>
            <a:pPr lvl="1"/>
            <a:r>
              <a:rPr lang="en-US" dirty="0"/>
              <a:t>Arrays </a:t>
            </a:r>
          </a:p>
          <a:p>
            <a:pPr lvl="2"/>
            <a:r>
              <a:rPr lang="en-US" dirty="0"/>
              <a:t>2 dimensional</a:t>
            </a:r>
          </a:p>
          <a:p>
            <a:r>
              <a:rPr lang="en-US"/>
              <a:t>Practice 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: 6 problems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</TotalTime>
  <Words>1547</Words>
  <Application>Microsoft Office PowerPoint</Application>
  <PresentationFormat>Widescreen</PresentationFormat>
  <Paragraphs>353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Aptos Narrow</vt:lpstr>
      <vt:lpstr>Arial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13</cp:revision>
  <dcterms:created xsi:type="dcterms:W3CDTF">2025-12-04T21:37:48Z</dcterms:created>
  <dcterms:modified xsi:type="dcterms:W3CDTF">2026-01-08T18:22:02Z</dcterms:modified>
</cp:coreProperties>
</file>