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B050"/>
                            </a:solidFill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>
                                <a:solidFill>
                                  <a:srgbClr val="00B050"/>
                                </a:solidFill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3084</TotalTime>
  <Words>4825</Words>
  <Application>Microsoft Office PowerPoint</Application>
  <PresentationFormat>Widescreen</PresentationFormat>
  <Paragraphs>1005</Paragraphs>
  <Slides>79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9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41</cp:revision>
  <dcterms:created xsi:type="dcterms:W3CDTF">2025-12-04T21:37:48Z</dcterms:created>
  <dcterms:modified xsi:type="dcterms:W3CDTF">2026-02-26T11:08:07Z</dcterms:modified>
</cp:coreProperties>
</file>