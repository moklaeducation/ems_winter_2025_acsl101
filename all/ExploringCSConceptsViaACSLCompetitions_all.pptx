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2449</TotalTime>
  <Words>3788</Words>
  <Application>Microsoft Office PowerPoint</Application>
  <PresentationFormat>Widescreen</PresentationFormat>
  <Paragraphs>758</Paragraphs>
  <Slides>55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Aptos</vt:lpstr>
      <vt:lpstr>Aptos Display</vt:lpstr>
      <vt:lpstr>Aptos Narrow</vt:lpstr>
      <vt:lpstr>Arial</vt:lpstr>
      <vt:lpstr>Bahnschrift SemiBold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31</cp:revision>
  <dcterms:created xsi:type="dcterms:W3CDTF">2025-12-04T21:37:48Z</dcterms:created>
  <dcterms:modified xsi:type="dcterms:W3CDTF">2026-02-02T22:23:43Z</dcterms:modified>
</cp:coreProperties>
</file>