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29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 : 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1467</TotalTime>
  <Words>2610</Words>
  <Application>Microsoft Office PowerPoint</Application>
  <PresentationFormat>Widescreen</PresentationFormat>
  <Paragraphs>514</Paragraphs>
  <Slides>37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Aptos</vt:lpstr>
      <vt:lpstr>Aptos Display</vt:lpstr>
      <vt:lpstr>Aptos Narrow</vt:lpstr>
      <vt:lpstr>Arial</vt:lpstr>
      <vt:lpstr>Bahnschrift SemiBold</vt:lpstr>
      <vt:lpstr>Cascadia Code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Next week : Convert to Prefix and Postfix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21</cp:revision>
  <dcterms:created xsi:type="dcterms:W3CDTF">2025-12-04T21:37:48Z</dcterms:created>
  <dcterms:modified xsi:type="dcterms:W3CDTF">2026-01-16T06:21:57Z</dcterms:modified>
</cp:coreProperties>
</file>