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added extra 0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added extra 0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1194</Words>
  <Application>Microsoft Office PowerPoint</Application>
  <PresentationFormat>Widescreen</PresentationFormat>
  <Paragraphs>286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Aptos Narrow</vt:lpstr>
      <vt:lpstr>Arial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8</cp:revision>
  <dcterms:created xsi:type="dcterms:W3CDTF">2025-12-04T21:37:48Z</dcterms:created>
  <dcterms:modified xsi:type="dcterms:W3CDTF">2025-12-18T23:13:27Z</dcterms:modified>
</cp:coreProperties>
</file>