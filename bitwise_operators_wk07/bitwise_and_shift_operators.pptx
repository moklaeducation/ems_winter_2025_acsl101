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13" r:id="rId3"/>
    <p:sldId id="315" r:id="rId4"/>
    <p:sldId id="314" r:id="rId5"/>
    <p:sldId id="316" r:id="rId6"/>
    <p:sldId id="317" r:id="rId7"/>
    <p:sldId id="318" r:id="rId8"/>
    <p:sldId id="319" r:id="rId9"/>
    <p:sldId id="32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8672-4AFC-CEAD-D911-922138741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2C00D-EC13-F6AA-9620-3E33629C4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92DB4-689A-1BA9-71C8-CFD92E93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F106A-1759-BF4C-DFB4-C7DB58D9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82FB4-055D-8F9E-FBB2-5EFE3369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2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CA5B-9833-D8C8-1E99-52E76470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3793D-2479-B56D-0DB4-A0CD45CF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09AF6-8598-A12B-892B-3926F2C7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681FC-F30B-4BF4-4B8A-80AD01E3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F93AA-47F8-5641-9CC2-317F9C11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3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6873-5E16-455D-639F-FA2DA1AF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3B9EE-A72D-9C1C-A379-DB3DD6FFE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71747-62EE-5D8A-295E-DF6D511B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2F0D6-7747-0E2F-CDDE-14798487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027D-17D0-2D23-83F6-73684312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1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3F5C-CEE1-78CC-20F7-1D00E46E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E34C-D002-88E6-EC9E-B6E52325F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3C0EA-32FC-8A4F-75A4-87DA47C88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48F5B-8220-2043-49BB-D19C3DBE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305A0-BF44-E8C1-C9DE-FF4751E9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B1D48-2A04-5013-AC75-1BC3C541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71C8-E4FE-4786-1BDE-0A55C8C3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60DEC-EA87-8F3F-36AA-9B4901DBA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E0C65-9BEB-C80A-E5BA-39F62CE2A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9A798-2FFD-8ED6-06D2-953E90ABE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BEDB6-1329-E51B-CF92-C4C8645B4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3B587-1B4D-6821-85BB-BDC1ED1E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B392B-2604-EAB6-FC16-0D4C1CE5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90211-EC0C-4A73-B74B-12D2DD2F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1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B8E2-A10E-DC98-BA3C-C342F376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4EEF8-B20E-01C2-246B-B8897FF2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C8331-F7EE-9CAC-307B-C725F294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AE2DD-E937-97FC-5ABF-FC21E15F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2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7E148-AA7E-A6F3-D4AB-6CAC237A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A35C7-5195-7147-F219-C98CB9A4D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1E4A2-0C3E-ECDE-CA7E-BD7218D0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3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5ADB-AD82-AFBD-E3DF-5644A55B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28CD-4C80-5EF7-7871-14A5E58D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56318-7A84-CDA1-0260-FC2968091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72839-18C3-FDEF-CF59-FA998D0C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1B10D-F984-3424-DCD1-C104BC28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B18D5-5198-619A-0F73-33F12BF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25D8-264A-DA67-8841-2AFEF2CA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5DA71-85C8-59D8-DF2F-837F52F2D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56433-7E9F-F279-16D8-CDFAFAE68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DC381-BDCE-BC04-7BF5-7E694308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61898-7F67-EA9F-174A-D94FFA8B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8FCE8-FB9E-F906-3764-D7C599C2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BF45-699B-A17A-B0C3-811FD528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316EF-A258-7233-B48C-A64610320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00DAE-6F9E-4505-6818-2C607A4F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A80C-F1C2-9E15-4ED6-74FA1A97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C6A13-9478-BFB8-AD01-5E93BC8E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2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9F44D-7E43-B7CC-D74F-40149B5F1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E576E-511B-9745-C1C3-038FB2118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704DE-682A-E95D-C214-F921D749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FDA92-49D5-B966-328F-85C2671F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18C3-D3FC-7A9A-6D72-A6A0E2FA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2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24570-7B54-500C-6F7E-0A1DF73B6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B86AD-A7D6-6926-6FFA-632D9AFCA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8CE4D-77B8-329B-4E2F-EFFFA7614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07279-4484-47D1-95AF-33584826FB1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9F984-ED54-BB74-4669-D14947805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E2777-6742-8006-E706-B72782A88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6A64B-5EF4-43C0-A726-4E80FDFA9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3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1F6A-4CC1-7603-9C25-803B7E6F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 (for bits/bytes)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78BBB-41E3-F605-A10E-B187C7B10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Bitwise </a:t>
            </a:r>
          </a:p>
          <a:p>
            <a:pPr lvl="1"/>
            <a:r>
              <a:rPr lang="en-US" dirty="0"/>
              <a:t>NOT, AND,  XOR , OR</a:t>
            </a:r>
          </a:p>
          <a:p>
            <a:r>
              <a:rPr lang="en-US" dirty="0"/>
              <a:t>Shift</a:t>
            </a:r>
          </a:p>
          <a:p>
            <a:pPr lvl="1"/>
            <a:r>
              <a:rPr lang="en-US" dirty="0"/>
              <a:t>Linear : LSHIFT, RSHIFT,</a:t>
            </a:r>
          </a:p>
          <a:p>
            <a:pPr lvl="1"/>
            <a:r>
              <a:rPr lang="en-US" dirty="0"/>
              <a:t>Circular : RCIRC, LCIRC</a:t>
            </a:r>
          </a:p>
          <a:p>
            <a:r>
              <a:rPr lang="en-US" dirty="0"/>
              <a:t>Precedence</a:t>
            </a:r>
          </a:p>
          <a:p>
            <a:pPr lvl="1"/>
            <a:r>
              <a:rPr lang="en-US" dirty="0"/>
              <a:t>NOT, </a:t>
            </a:r>
          </a:p>
          <a:p>
            <a:pPr lvl="1"/>
            <a:r>
              <a:rPr lang="en-US" dirty="0"/>
              <a:t>SHIFT, CIRC, </a:t>
            </a:r>
          </a:p>
          <a:p>
            <a:pPr lvl="1"/>
            <a:r>
              <a:rPr lang="en-US" dirty="0"/>
              <a:t>AND , </a:t>
            </a:r>
          </a:p>
          <a:p>
            <a:pPr lvl="1"/>
            <a:r>
              <a:rPr lang="en-US" dirty="0"/>
              <a:t>XOR,</a:t>
            </a:r>
          </a:p>
          <a:p>
            <a:pPr lvl="1"/>
            <a:r>
              <a:rPr lang="en-US" dirty="0"/>
              <a:t>OR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11172-56A8-1F96-728C-10483E87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654112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FA9C-7881-D44C-FBD7-3646B071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8E6D5F-744D-F45D-7743-881CDF0120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50310" y="3429000"/>
          <a:ext cx="8784895" cy="18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979">
                  <a:extLst>
                    <a:ext uri="{9D8B030D-6E8A-4147-A177-3AD203B41FA5}">
                      <a16:colId xmlns:a16="http://schemas.microsoft.com/office/drawing/2014/main" val="4184432793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1084674688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2121035788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1496895670"/>
                    </a:ext>
                  </a:extLst>
                </a:gridCol>
                <a:gridCol w="1756979">
                  <a:extLst>
                    <a:ext uri="{9D8B030D-6E8A-4147-A177-3AD203B41FA5}">
                      <a16:colId xmlns:a16="http://schemas.microsoft.com/office/drawing/2014/main" val="4230776581"/>
                    </a:ext>
                  </a:extLst>
                </a:gridCol>
              </a:tblGrid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AND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OR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XOR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535812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256894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711834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581744"/>
                  </a:ext>
                </a:extLst>
              </a:tr>
              <a:tr h="37987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5282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5928E5-3976-66FD-A576-965DC0DB548D}"/>
              </a:ext>
            </a:extLst>
          </p:cNvPr>
          <p:cNvGraphicFramePr>
            <a:graphicFrameLocks noGrp="1"/>
          </p:cNvGraphicFramePr>
          <p:nvPr/>
        </p:nvGraphicFramePr>
        <p:xfrm>
          <a:off x="950310" y="1839017"/>
          <a:ext cx="36199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969">
                  <a:extLst>
                    <a:ext uri="{9D8B030D-6E8A-4147-A177-3AD203B41FA5}">
                      <a16:colId xmlns:a16="http://schemas.microsoft.com/office/drawing/2014/main" val="923450553"/>
                    </a:ext>
                  </a:extLst>
                </a:gridCol>
                <a:gridCol w="1809969">
                  <a:extLst>
                    <a:ext uri="{9D8B030D-6E8A-4147-A177-3AD203B41FA5}">
                      <a16:colId xmlns:a16="http://schemas.microsoft.com/office/drawing/2014/main" val="301574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86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46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500155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D0B632-E3BD-4605-A56F-29BD0298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130893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B2F3-3653-AB0D-1E39-97D45892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10AC6-5722-EADC-4BF4-254281F6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F6501D-1166-2DB8-5AE6-864FFE39E784}"/>
              </a:ext>
            </a:extLst>
          </p:cNvPr>
          <p:cNvGraphicFramePr>
            <a:graphicFrameLocks noGrp="1"/>
          </p:cNvGraphicFramePr>
          <p:nvPr/>
        </p:nvGraphicFramePr>
        <p:xfrm>
          <a:off x="1117600" y="400129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5652185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530049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464971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510856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69889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(LSHIFT-2 X)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(RSHIFT-3 X)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(LCIRC-3 X)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(RCIRC-1 X)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46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01101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00001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01011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87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421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1110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0111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366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1011011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1101100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0001011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1011101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1101101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3312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E2945A-A5F3-713F-EBD6-F32D5F84E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shift , add 0s as padding ( either left or right)</a:t>
            </a:r>
          </a:p>
          <a:p>
            <a:pPr lvl="1"/>
            <a:r>
              <a:rPr lang="en-US" dirty="0"/>
              <a:t>Shifting by word size (or more) would result in all 0s</a:t>
            </a:r>
          </a:p>
          <a:p>
            <a:r>
              <a:rPr lang="en-US" dirty="0"/>
              <a:t>Circular shift just rolls over the bits ( as per direction)</a:t>
            </a:r>
          </a:p>
          <a:p>
            <a:pPr lvl="1"/>
            <a:r>
              <a:rPr lang="en-US" dirty="0"/>
              <a:t>Shifting by the number of word size , same bit sequence would be produced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4F85C7-8DDD-6F3E-CA30-012F6CAB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38665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AB4E-F19A-BB7D-F60A-959E8419E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  <a:r>
              <a:rPr lang="en-US" sz="2000" dirty="0"/>
              <a:t>(evaluate)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5BE8-1CBF-4C83-9A22-9C383BD5E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0110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1011 </a:t>
            </a:r>
          </a:p>
          <a:p>
            <a:r>
              <a:rPr lang="en-US" dirty="0"/>
              <a:t>1100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0101</a:t>
            </a:r>
          </a:p>
          <a:p>
            <a:r>
              <a:rPr lang="en-US" dirty="0"/>
              <a:t>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1111</a:t>
            </a:r>
          </a:p>
          <a:p>
            <a:r>
              <a:rPr lang="en-US" dirty="0"/>
              <a:t> 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1100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0001</a:t>
            </a:r>
          </a:p>
          <a:p>
            <a:r>
              <a:rPr lang="en-US" dirty="0"/>
              <a:t> 0011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1010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r>
              <a:rPr lang="en-US" dirty="0"/>
              <a:t>(1100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1010)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039F9-4927-C643-FB68-EC0CF26E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297238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F13F6-DCD3-F70A-99B5-3DCB1951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7715-F916-4B95-F4FF-7837E466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  <a:r>
              <a:rPr lang="en-US" sz="2000" dirty="0"/>
              <a:t>(evaluate)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10971-A49D-885C-875C-44C95655F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0110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1011 </a:t>
            </a:r>
          </a:p>
          <a:p>
            <a:r>
              <a:rPr lang="en-US" dirty="0"/>
              <a:t>1100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0101</a:t>
            </a:r>
          </a:p>
          <a:p>
            <a:r>
              <a:rPr lang="en-US" dirty="0"/>
              <a:t>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1111</a:t>
            </a:r>
          </a:p>
          <a:p>
            <a:r>
              <a:rPr lang="en-US" dirty="0"/>
              <a:t> 1010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1100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 0001</a:t>
            </a:r>
          </a:p>
          <a:p>
            <a:r>
              <a:rPr lang="en-US" dirty="0"/>
              <a:t> 0011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  1010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r>
              <a:rPr lang="en-US" dirty="0"/>
              <a:t>(1100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XOR</a:t>
            </a:r>
            <a:r>
              <a:rPr lang="en-US" dirty="0"/>
              <a:t> 1010)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9262-8A0F-6858-976A-18327617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1033989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676B-DF2F-0D75-1F2F-D5706E96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: Shift </a:t>
            </a:r>
            <a:r>
              <a:rPr lang="en-US" sz="2000" dirty="0"/>
              <a:t>(evaluate)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903CD-CB6C-2FEA-F395-0E130814E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10101)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11010)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RCIRC-2</a:t>
            </a:r>
            <a:r>
              <a:rPr lang="en-US" dirty="0"/>
              <a:t> 01111)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LSHIFT-3</a:t>
            </a:r>
            <a:r>
              <a:rPr lang="en-US" dirty="0"/>
              <a:t> 10010)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11100)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XOR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LCIRC-2</a:t>
            </a:r>
            <a:r>
              <a:rPr lang="en-US" dirty="0"/>
              <a:t> 01011)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RCIRC-1</a:t>
            </a:r>
            <a:r>
              <a:rPr lang="en-US" dirty="0"/>
              <a:t> 10101)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11101)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LCIRC-3</a:t>
            </a:r>
            <a:r>
              <a:rPr lang="en-US" dirty="0"/>
              <a:t> 11001)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10110)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RCIRC-4</a:t>
            </a:r>
            <a:r>
              <a:rPr lang="en-US" dirty="0"/>
              <a:t> 10011)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01101)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LCIRC-1</a:t>
            </a:r>
            <a:r>
              <a:rPr lang="en-US" dirty="0"/>
              <a:t> 00111)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01010)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RCIRC-3</a:t>
            </a:r>
            <a:r>
              <a:rPr lang="en-US" dirty="0"/>
              <a:t> 10110)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11011)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1984-CC99-1FD5-74F2-4C5D7F94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855716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B2FC-C20D-29F2-EA67-7864CD43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Answsers</a:t>
            </a:r>
            <a:r>
              <a:rPr lang="en-US" dirty="0"/>
              <a:t> 1..3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4EEE-6173-2D24-0658-2C120397B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10101)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11010)</a:t>
            </a:r>
          </a:p>
          <a:p>
            <a:pPr lvl="1"/>
            <a:r>
              <a:rPr lang="en-US" dirty="0"/>
              <a:t>→ 01010 AND 00110 </a:t>
            </a:r>
          </a:p>
          <a:p>
            <a:pPr lvl="1"/>
            <a:r>
              <a:rPr lang="en-US" dirty="0"/>
              <a:t>→ </a:t>
            </a:r>
            <a:r>
              <a:rPr lang="en-US" b="1" dirty="0"/>
              <a:t>00010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RCIRC-2</a:t>
            </a:r>
            <a:r>
              <a:rPr lang="en-US" dirty="0"/>
              <a:t> 01111)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LSHIFT-3</a:t>
            </a:r>
            <a:r>
              <a:rPr lang="en-US" dirty="0"/>
              <a:t> 10010)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11011 OR 10000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</a:t>
            </a:r>
            <a:r>
              <a:rPr lang="en-US" b="1" dirty="0"/>
              <a:t>11011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11100)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XOR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LCIRC-2</a:t>
            </a:r>
            <a:r>
              <a:rPr lang="en-US" dirty="0"/>
              <a:t> 01011)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01110 XOR 01101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→ </a:t>
            </a:r>
            <a:r>
              <a:rPr lang="en-US" b="1" dirty="0"/>
              <a:t>00011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74131-785E-2A52-4D45-ED3F02C6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86056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BD7F-A798-35AE-793C-868D060F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4..6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7ECD0-8B39-0692-C574-6ABB3CEA7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RCIRC-1</a:t>
            </a:r>
            <a:r>
              <a:rPr lang="en-US" dirty="0"/>
              <a:t> 10101)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11101)</a:t>
            </a:r>
          </a:p>
          <a:p>
            <a:pPr lvl="1"/>
            <a:r>
              <a:rPr lang="en-US" dirty="0"/>
              <a:t>11000 OR 11010 AND 00011 </a:t>
            </a:r>
            <a:r>
              <a:rPr lang="en-US" i="1" dirty="0"/>
              <a:t>//parenthesis evaluated first</a:t>
            </a:r>
          </a:p>
          <a:p>
            <a:pPr lvl="1"/>
            <a:r>
              <a:rPr lang="en-US" dirty="0"/>
              <a:t>11000 OR 00010 </a:t>
            </a:r>
            <a:r>
              <a:rPr lang="en-US" i="1" dirty="0"/>
              <a:t>// And has higher precedence so evaluated first</a:t>
            </a:r>
          </a:p>
          <a:p>
            <a:pPr lvl="1"/>
            <a:r>
              <a:rPr lang="en-US" b="1" dirty="0"/>
              <a:t>11010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LCIRC-3</a:t>
            </a:r>
            <a:r>
              <a:rPr lang="en-US" dirty="0"/>
              <a:t> 11001)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RSHIFT-2</a:t>
            </a:r>
            <a:r>
              <a:rPr lang="en-US" dirty="0"/>
              <a:t> 10110)</a:t>
            </a:r>
          </a:p>
          <a:p>
            <a:pPr lvl="1"/>
            <a:r>
              <a:rPr lang="en-US" dirty="0"/>
              <a:t>01110 AND (RSHIFT-2 10110)</a:t>
            </a:r>
          </a:p>
          <a:p>
            <a:pPr lvl="1"/>
            <a:r>
              <a:rPr lang="en-US" dirty="0"/>
              <a:t>01110 AND 00101</a:t>
            </a:r>
          </a:p>
          <a:p>
            <a:pPr lvl="1"/>
            <a:r>
              <a:rPr lang="en-US" b="1" dirty="0"/>
              <a:t>00100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RCIRC-4</a:t>
            </a:r>
            <a:r>
              <a:rPr lang="en-US" dirty="0"/>
              <a:t> 10011)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LSHIFT-1</a:t>
            </a:r>
            <a:r>
              <a:rPr lang="en-US" dirty="0"/>
              <a:t> 01101)</a:t>
            </a:r>
          </a:p>
          <a:p>
            <a:pPr lvl="1"/>
            <a:r>
              <a:rPr lang="en-US" dirty="0"/>
              <a:t>00111 OR 11010</a:t>
            </a:r>
          </a:p>
          <a:p>
            <a:pPr lvl="1"/>
            <a:r>
              <a:rPr lang="en-US" b="1" dirty="0"/>
              <a:t>11111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1B45D-8860-0D15-A406-C0C4369B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42750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5B44-46CD-74DE-1EC2-6C3ABA92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7..8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A9FC4-3A4E-8667-749A-CA557659A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RSHIFT-3</a:t>
            </a:r>
            <a:r>
              <a:rPr lang="en-US" dirty="0"/>
              <a:t> 11110)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LCIRC-1</a:t>
            </a:r>
            <a:r>
              <a:rPr lang="en-US" dirty="0"/>
              <a:t> 00111)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01010)</a:t>
            </a:r>
          </a:p>
          <a:p>
            <a:pPr lvl="1"/>
            <a:r>
              <a:rPr lang="en-US" dirty="0"/>
              <a:t>00011 AND 01110 OR (01000)</a:t>
            </a:r>
          </a:p>
          <a:p>
            <a:pPr lvl="1"/>
            <a:r>
              <a:rPr lang="en-US" dirty="0"/>
              <a:t>00010 OR 01000</a:t>
            </a:r>
          </a:p>
          <a:p>
            <a:pPr lvl="1"/>
            <a:r>
              <a:rPr lang="en-US" b="1" dirty="0"/>
              <a:t>01010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/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LSHIFT-2</a:t>
            </a:r>
            <a:r>
              <a:rPr lang="en-US" dirty="0"/>
              <a:t> 01101)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RCIRC-3</a:t>
            </a:r>
            <a:r>
              <a:rPr lang="en-US" dirty="0"/>
              <a:t> 10110)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RSHIFT-1</a:t>
            </a:r>
            <a:r>
              <a:rPr lang="en-US" dirty="0"/>
              <a:t> 11011)</a:t>
            </a:r>
          </a:p>
          <a:p>
            <a:pPr lvl="1"/>
            <a:r>
              <a:rPr lang="en-US" dirty="0"/>
              <a:t>11010 OR 11010 AND 01101</a:t>
            </a:r>
          </a:p>
          <a:p>
            <a:pPr lvl="1"/>
            <a:r>
              <a:rPr lang="en-US" dirty="0"/>
              <a:t>11010 OR 01000</a:t>
            </a:r>
          </a:p>
          <a:p>
            <a:pPr lvl="1"/>
            <a:r>
              <a:rPr lang="en-US" b="1" dirty="0"/>
              <a:t>11010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BA331-E1C7-68C8-C5A0-75B2600E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293034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518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Office Theme</vt:lpstr>
      <vt:lpstr>Logical operators (for bits/bytes)</vt:lpstr>
      <vt:lpstr>Truth Tables</vt:lpstr>
      <vt:lpstr>Truth Tables</vt:lpstr>
      <vt:lpstr>Operations (evaluate)</vt:lpstr>
      <vt:lpstr>Operations (evaluate)</vt:lpstr>
      <vt:lpstr>Operations : Shift (evaluate)</vt:lpstr>
      <vt:lpstr>Answsers 1..3</vt:lpstr>
      <vt:lpstr>Answers 4..6</vt:lpstr>
      <vt:lpstr>Answers 7..8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1</cp:revision>
  <dcterms:created xsi:type="dcterms:W3CDTF">2026-02-02T22:24:21Z</dcterms:created>
  <dcterms:modified xsi:type="dcterms:W3CDTF">2026-02-02T22:26:26Z</dcterms:modified>
</cp:coreProperties>
</file>